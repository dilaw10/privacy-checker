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Privacy &amp; Security Scanner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One‑page overview &amp; demo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Key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Flask (app.py)</a:t>
            </a:r>
          </a:p>
          <a:p>
            <a:pPr lvl="1"/>
            <a:r>
              <a:t>Parsing &amp; checks: requests + beautifulsoup4</a:t>
            </a:r>
          </a:p>
          <a:p>
            <a:pPr lvl="1"/>
            <a:r>
              <a:t>Frontend: templates/index.html, templates/result.html</a:t>
            </a:r>
          </a:p>
          <a:p>
            <a:pPr lvl="1"/>
            <a:r>
              <a:t>Optional rendering: Playwright (screenshots)</a:t>
            </a:r>
          </a:p>
          <a:p>
            <a:pPr lvl="1"/>
            <a:r>
              <a:t>Tests: tests/ (unit tests)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Demo Steps (≈5–7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1. Start app: python app.py or gunicorn app:app</a:t>
            </a:r>
          </a:p>
          <a:p>
            <a:pPr>
              <a:defRPr sz="1400"/>
            </a:pPr>
            <a:r>
              <a:t>2. Scan example.com — show score, findings, preview</a:t>
            </a:r>
          </a:p>
          <a:p>
            <a:pPr>
              <a:defRPr sz="1400"/>
            </a:pPr>
            <a:r>
              <a:t>3. Scan google.com with Render JS — show screenshot + cards</a:t>
            </a:r>
          </a:p>
          <a:p>
            <a:pPr>
              <a:defRPr sz="1400"/>
            </a:pPr>
            <a:r>
              <a:t>4. Download sanitized HTML and run tests: py -3 -m unittest discover -s tests -v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4023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Screenshot 1</a:t>
            </a:r>
          </a:p>
          <a:p>
            <a:r>
              <a:t>Home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108960"/>
            <a:ext cx="4023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Screenshot 2</a:t>
            </a:r>
          </a:p>
          <a:p>
            <a:r>
              <a:t>Results (score &amp; findings)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4023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Screenshot 3</a:t>
            </a:r>
          </a:p>
          <a:p>
            <a:r>
              <a:t>Rendered screenshot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212080"/>
            <a:ext cx="4023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Screenshot 4</a:t>
            </a:r>
          </a:p>
          <a:p>
            <a:r>
              <a:t>Sanitized HTML download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